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CDD24D-A1FC-4525-AB65-A56351A1BBF8}" v="18" dt="2026-06-29T14:30:19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d fairus ahmad" userId="2b305acc-54a2-4491-8495-ddb579374f8d" providerId="ADAL" clId="{8405E8D3-4D28-4219-A0B9-636484234BB3}"/>
    <pc:docChg chg="undo custSel addSld modSld">
      <pc:chgData name="mohd fairus ahmad" userId="2b305acc-54a2-4491-8495-ddb579374f8d" providerId="ADAL" clId="{8405E8D3-4D28-4219-A0B9-636484234BB3}" dt="2026-06-29T14:34:43.853" v="1052" actId="20577"/>
      <pc:docMkLst>
        <pc:docMk/>
      </pc:docMkLst>
      <pc:sldChg chg="addSp modSp mod">
        <pc:chgData name="mohd fairus ahmad" userId="2b305acc-54a2-4491-8495-ddb579374f8d" providerId="ADAL" clId="{8405E8D3-4D28-4219-A0B9-636484234BB3}" dt="2026-06-29T14:27:58.052" v="770" actId="14100"/>
        <pc:sldMkLst>
          <pc:docMk/>
          <pc:sldMk cId="1872783872" sldId="256"/>
        </pc:sldMkLst>
        <pc:spChg chg="add mod">
          <ac:chgData name="mohd fairus ahmad" userId="2b305acc-54a2-4491-8495-ddb579374f8d" providerId="ADAL" clId="{8405E8D3-4D28-4219-A0B9-636484234BB3}" dt="2026-06-29T14:27:46.700" v="768" actId="1076"/>
          <ac:spMkLst>
            <pc:docMk/>
            <pc:sldMk cId="1872783872" sldId="256"/>
            <ac:spMk id="4" creationId="{251E379A-1515-AE78-8ED9-E7136C7B4C9B}"/>
          </ac:spMkLst>
        </pc:spChg>
        <pc:spChg chg="mod">
          <ac:chgData name="mohd fairus ahmad" userId="2b305acc-54a2-4491-8495-ddb579374f8d" providerId="ADAL" clId="{8405E8D3-4D28-4219-A0B9-636484234BB3}" dt="2026-06-29T14:10:19.747" v="150" actId="20577"/>
          <ac:spMkLst>
            <pc:docMk/>
            <pc:sldMk cId="1872783872" sldId="256"/>
            <ac:spMk id="6" creationId="{DD003F12-D348-F6FE-FEA4-A9C7624403D5}"/>
          </ac:spMkLst>
        </pc:spChg>
        <pc:spChg chg="add mod">
          <ac:chgData name="mohd fairus ahmad" userId="2b305acc-54a2-4491-8495-ddb579374f8d" providerId="ADAL" clId="{8405E8D3-4D28-4219-A0B9-636484234BB3}" dt="2026-06-29T14:27:29.604" v="765" actId="1076"/>
          <ac:spMkLst>
            <pc:docMk/>
            <pc:sldMk cId="1872783872" sldId="256"/>
            <ac:spMk id="7" creationId="{B21E6458-9627-A866-59C4-08183D20C104}"/>
          </ac:spMkLst>
        </pc:spChg>
        <pc:picChg chg="add mod">
          <ac:chgData name="mohd fairus ahmad" userId="2b305acc-54a2-4491-8495-ddb579374f8d" providerId="ADAL" clId="{8405E8D3-4D28-4219-A0B9-636484234BB3}" dt="2026-06-29T14:26:57.180" v="689" actId="1076"/>
          <ac:picMkLst>
            <pc:docMk/>
            <pc:sldMk cId="1872783872" sldId="256"/>
            <ac:picMk id="3" creationId="{79A17301-36A0-7296-C4E3-DCDC513C69B1}"/>
          </ac:picMkLst>
        </pc:picChg>
        <pc:picChg chg="mod">
          <ac:chgData name="mohd fairus ahmad" userId="2b305acc-54a2-4491-8495-ddb579374f8d" providerId="ADAL" clId="{8405E8D3-4D28-4219-A0B9-636484234BB3}" dt="2026-06-29T14:26:54.315" v="687" actId="1076"/>
          <ac:picMkLst>
            <pc:docMk/>
            <pc:sldMk cId="1872783872" sldId="256"/>
            <ac:picMk id="5" creationId="{E80D3F92-D1A5-7BFC-0330-511FD5E99B47}"/>
          </ac:picMkLst>
        </pc:picChg>
        <pc:cxnChg chg="add mod">
          <ac:chgData name="mohd fairus ahmad" userId="2b305acc-54a2-4491-8495-ddb579374f8d" providerId="ADAL" clId="{8405E8D3-4D28-4219-A0B9-636484234BB3}" dt="2026-06-29T14:27:43.348" v="767" actId="14100"/>
          <ac:cxnSpMkLst>
            <pc:docMk/>
            <pc:sldMk cId="1872783872" sldId="256"/>
            <ac:cxnSpMk id="9" creationId="{BEB0A372-335D-72D4-EADA-9492204823A6}"/>
          </ac:cxnSpMkLst>
        </pc:cxnChg>
        <pc:cxnChg chg="add mod">
          <ac:chgData name="mohd fairus ahmad" userId="2b305acc-54a2-4491-8495-ddb579374f8d" providerId="ADAL" clId="{8405E8D3-4D28-4219-A0B9-636484234BB3}" dt="2026-06-29T14:27:58.052" v="770" actId="14100"/>
          <ac:cxnSpMkLst>
            <pc:docMk/>
            <pc:sldMk cId="1872783872" sldId="256"/>
            <ac:cxnSpMk id="12" creationId="{E461028D-2B1A-2FF9-D7A5-9796306CA509}"/>
          </ac:cxnSpMkLst>
        </pc:cxnChg>
      </pc:sldChg>
      <pc:sldChg chg="addSp delSp modSp mod">
        <pc:chgData name="mohd fairus ahmad" userId="2b305acc-54a2-4491-8495-ddb579374f8d" providerId="ADAL" clId="{8405E8D3-4D28-4219-A0B9-636484234BB3}" dt="2026-06-29T14:26:27.024" v="686" actId="403"/>
        <pc:sldMkLst>
          <pc:docMk/>
          <pc:sldMk cId="1077866451" sldId="257"/>
        </pc:sldMkLst>
        <pc:spChg chg="mod">
          <ac:chgData name="mohd fairus ahmad" userId="2b305acc-54a2-4491-8495-ddb579374f8d" providerId="ADAL" clId="{8405E8D3-4D28-4219-A0B9-636484234BB3}" dt="2026-06-29T14:15:04.332" v="376" actId="688"/>
          <ac:spMkLst>
            <pc:docMk/>
            <pc:sldMk cId="1077866451" sldId="257"/>
            <ac:spMk id="2" creationId="{B53C785A-826B-D0C1-BAA8-31E17A9659BB}"/>
          </ac:spMkLst>
        </pc:spChg>
        <pc:spChg chg="mod">
          <ac:chgData name="mohd fairus ahmad" userId="2b305acc-54a2-4491-8495-ddb579374f8d" providerId="ADAL" clId="{8405E8D3-4D28-4219-A0B9-636484234BB3}" dt="2026-06-29T14:26:27.024" v="686" actId="403"/>
          <ac:spMkLst>
            <pc:docMk/>
            <pc:sldMk cId="1077866451" sldId="257"/>
            <ac:spMk id="6" creationId="{A4CAC2D1-9DE2-D367-8423-6BC8E2AF7B17}"/>
          </ac:spMkLst>
        </pc:spChg>
        <pc:spChg chg="add mod">
          <ac:chgData name="mohd fairus ahmad" userId="2b305acc-54a2-4491-8495-ddb579374f8d" providerId="ADAL" clId="{8405E8D3-4D28-4219-A0B9-636484234BB3}" dt="2026-06-29T14:15:25.916" v="381" actId="1076"/>
          <ac:spMkLst>
            <pc:docMk/>
            <pc:sldMk cId="1077866451" sldId="257"/>
            <ac:spMk id="12" creationId="{4E04BB69-E575-FE5E-6567-4332852C7DEE}"/>
          </ac:spMkLst>
        </pc:spChg>
        <pc:spChg chg="add mod">
          <ac:chgData name="mohd fairus ahmad" userId="2b305acc-54a2-4491-8495-ddb579374f8d" providerId="ADAL" clId="{8405E8D3-4D28-4219-A0B9-636484234BB3}" dt="2026-06-29T14:15:42.509" v="391" actId="1076"/>
          <ac:spMkLst>
            <pc:docMk/>
            <pc:sldMk cId="1077866451" sldId="257"/>
            <ac:spMk id="15" creationId="{141540D8-99D8-483E-13F3-50B252E3A33D}"/>
          </ac:spMkLst>
        </pc:spChg>
        <pc:spChg chg="add mod">
          <ac:chgData name="mohd fairus ahmad" userId="2b305acc-54a2-4491-8495-ddb579374f8d" providerId="ADAL" clId="{8405E8D3-4D28-4219-A0B9-636484234BB3}" dt="2026-06-29T14:15:48.115" v="400" actId="20577"/>
          <ac:spMkLst>
            <pc:docMk/>
            <pc:sldMk cId="1077866451" sldId="257"/>
            <ac:spMk id="16" creationId="{07C8D62C-D29F-9384-D2C5-B472849EC796}"/>
          </ac:spMkLst>
        </pc:spChg>
        <pc:spChg chg="add mod">
          <ac:chgData name="mohd fairus ahmad" userId="2b305acc-54a2-4491-8495-ddb579374f8d" providerId="ADAL" clId="{8405E8D3-4D28-4219-A0B9-636484234BB3}" dt="2026-06-29T14:15:54.734" v="402" actId="1076"/>
          <ac:spMkLst>
            <pc:docMk/>
            <pc:sldMk cId="1077866451" sldId="257"/>
            <ac:spMk id="17" creationId="{EB677EB1-2748-4408-7863-49A139006BCD}"/>
          </ac:spMkLst>
        </pc:spChg>
        <pc:spChg chg="add mod">
          <ac:chgData name="mohd fairus ahmad" userId="2b305acc-54a2-4491-8495-ddb579374f8d" providerId="ADAL" clId="{8405E8D3-4D28-4219-A0B9-636484234BB3}" dt="2026-06-29T14:16:11.268" v="406" actId="1076"/>
          <ac:spMkLst>
            <pc:docMk/>
            <pc:sldMk cId="1077866451" sldId="257"/>
            <ac:spMk id="18" creationId="{3B79069A-DFA1-2D74-5721-F890643CF8D7}"/>
          </ac:spMkLst>
        </pc:spChg>
        <pc:spChg chg="add mod">
          <ac:chgData name="mohd fairus ahmad" userId="2b305acc-54a2-4491-8495-ddb579374f8d" providerId="ADAL" clId="{8405E8D3-4D28-4219-A0B9-636484234BB3}" dt="2026-06-29T14:16:08.749" v="405" actId="1076"/>
          <ac:spMkLst>
            <pc:docMk/>
            <pc:sldMk cId="1077866451" sldId="257"/>
            <ac:spMk id="19" creationId="{50021653-32A3-AF4C-40BB-96DA5B2D2E24}"/>
          </ac:spMkLst>
        </pc:spChg>
        <pc:spChg chg="add del mod">
          <ac:chgData name="mohd fairus ahmad" userId="2b305acc-54a2-4491-8495-ddb579374f8d" providerId="ADAL" clId="{8405E8D3-4D28-4219-A0B9-636484234BB3}" dt="2026-06-29T14:16:22.185" v="409" actId="478"/>
          <ac:spMkLst>
            <pc:docMk/>
            <pc:sldMk cId="1077866451" sldId="257"/>
            <ac:spMk id="20" creationId="{DA04325F-FC8F-B3FB-471A-5A2B2D65CFDD}"/>
          </ac:spMkLst>
        </pc:spChg>
        <pc:spChg chg="add mod">
          <ac:chgData name="mohd fairus ahmad" userId="2b305acc-54a2-4491-8495-ddb579374f8d" providerId="ADAL" clId="{8405E8D3-4D28-4219-A0B9-636484234BB3}" dt="2026-06-29T14:16:48.348" v="439" actId="1076"/>
          <ac:spMkLst>
            <pc:docMk/>
            <pc:sldMk cId="1077866451" sldId="257"/>
            <ac:spMk id="21" creationId="{204F8B26-3C4A-D0DF-480A-68164EBECC4D}"/>
          </ac:spMkLst>
        </pc:spChg>
        <pc:spChg chg="add mod">
          <ac:chgData name="mohd fairus ahmad" userId="2b305acc-54a2-4491-8495-ddb579374f8d" providerId="ADAL" clId="{8405E8D3-4D28-4219-A0B9-636484234BB3}" dt="2026-06-29T14:17:11.108" v="442" actId="1076"/>
          <ac:spMkLst>
            <pc:docMk/>
            <pc:sldMk cId="1077866451" sldId="257"/>
            <ac:spMk id="22" creationId="{6A696CA0-21F0-EAD3-C580-2D64B5863BB5}"/>
          </ac:spMkLst>
        </pc:spChg>
        <pc:spChg chg="add mod">
          <ac:chgData name="mohd fairus ahmad" userId="2b305acc-54a2-4491-8495-ddb579374f8d" providerId="ADAL" clId="{8405E8D3-4D28-4219-A0B9-636484234BB3}" dt="2026-06-29T14:17:18.469" v="444" actId="1076"/>
          <ac:spMkLst>
            <pc:docMk/>
            <pc:sldMk cId="1077866451" sldId="257"/>
            <ac:spMk id="23" creationId="{4F7B8228-0226-61E1-0B2F-50806799E379}"/>
          </ac:spMkLst>
        </pc:spChg>
        <pc:spChg chg="add mod">
          <ac:chgData name="mohd fairus ahmad" userId="2b305acc-54a2-4491-8495-ddb579374f8d" providerId="ADAL" clId="{8405E8D3-4D28-4219-A0B9-636484234BB3}" dt="2026-06-29T14:17:22.085" v="446" actId="1076"/>
          <ac:spMkLst>
            <pc:docMk/>
            <pc:sldMk cId="1077866451" sldId="257"/>
            <ac:spMk id="24" creationId="{A78F2B13-CB22-2260-DC5B-F2BEA46B5092}"/>
          </ac:spMkLst>
        </pc:spChg>
        <pc:spChg chg="add mod">
          <ac:chgData name="mohd fairus ahmad" userId="2b305acc-54a2-4491-8495-ddb579374f8d" providerId="ADAL" clId="{8405E8D3-4D28-4219-A0B9-636484234BB3}" dt="2026-06-29T14:17:28.109" v="448" actId="1076"/>
          <ac:spMkLst>
            <pc:docMk/>
            <pc:sldMk cId="1077866451" sldId="257"/>
            <ac:spMk id="25" creationId="{7F5E86D2-0D14-6643-1CED-B678A88647BF}"/>
          </ac:spMkLst>
        </pc:spChg>
        <pc:spChg chg="add mod">
          <ac:chgData name="mohd fairus ahmad" userId="2b305acc-54a2-4491-8495-ddb579374f8d" providerId="ADAL" clId="{8405E8D3-4D28-4219-A0B9-636484234BB3}" dt="2026-06-29T14:18:22.580" v="461" actId="1076"/>
          <ac:spMkLst>
            <pc:docMk/>
            <pc:sldMk cId="1077866451" sldId="257"/>
            <ac:spMk id="26" creationId="{A3A50F50-07E1-5C5E-CD5A-2D0C2063DB1C}"/>
          </ac:spMkLst>
        </pc:spChg>
        <pc:picChg chg="mod">
          <ac:chgData name="mohd fairus ahmad" userId="2b305acc-54a2-4491-8495-ddb579374f8d" providerId="ADAL" clId="{8405E8D3-4D28-4219-A0B9-636484234BB3}" dt="2026-06-29T14:11:13.982" v="157" actId="1076"/>
          <ac:picMkLst>
            <pc:docMk/>
            <pc:sldMk cId="1077866451" sldId="257"/>
            <ac:picMk id="5" creationId="{386BF3F7-9907-D8ED-89DF-BC0059E9130C}"/>
          </ac:picMkLst>
        </pc:picChg>
        <pc:cxnChg chg="del mod">
          <ac:chgData name="mohd fairus ahmad" userId="2b305acc-54a2-4491-8495-ddb579374f8d" providerId="ADAL" clId="{8405E8D3-4D28-4219-A0B9-636484234BB3}" dt="2026-06-29T14:14:44.304" v="374" actId="478"/>
          <ac:cxnSpMkLst>
            <pc:docMk/>
            <pc:sldMk cId="1077866451" sldId="257"/>
            <ac:cxnSpMk id="4" creationId="{26D200D6-39CC-EBE6-C5CD-54085FFD76EA}"/>
          </ac:cxnSpMkLst>
        </pc:cxnChg>
        <pc:cxnChg chg="add mod">
          <ac:chgData name="mohd fairus ahmad" userId="2b305acc-54a2-4491-8495-ddb579374f8d" providerId="ADAL" clId="{8405E8D3-4D28-4219-A0B9-636484234BB3}" dt="2026-06-29T14:18:17.680" v="460" actId="1582"/>
          <ac:cxnSpMkLst>
            <pc:docMk/>
            <pc:sldMk cId="1077866451" sldId="257"/>
            <ac:cxnSpMk id="28" creationId="{D4895929-3279-B5C4-C156-685FE78EE557}"/>
          </ac:cxnSpMkLst>
        </pc:cxnChg>
      </pc:sldChg>
      <pc:sldChg chg="addSp delSp modSp new mod">
        <pc:chgData name="mohd fairus ahmad" userId="2b305acc-54a2-4491-8495-ddb579374f8d" providerId="ADAL" clId="{8405E8D3-4D28-4219-A0B9-636484234BB3}" dt="2026-06-29T14:34:43.853" v="1052" actId="20577"/>
        <pc:sldMkLst>
          <pc:docMk/>
          <pc:sldMk cId="2791573573" sldId="258"/>
        </pc:sldMkLst>
        <pc:spChg chg="del">
          <ac:chgData name="mohd fairus ahmad" userId="2b305acc-54a2-4491-8495-ddb579374f8d" providerId="ADAL" clId="{8405E8D3-4D28-4219-A0B9-636484234BB3}" dt="2026-06-29T14:29:35.088" v="772" actId="478"/>
          <ac:spMkLst>
            <pc:docMk/>
            <pc:sldMk cId="2791573573" sldId="258"/>
            <ac:spMk id="2" creationId="{F1D87E51-437B-5610-F397-EC2F52415FFB}"/>
          </ac:spMkLst>
        </pc:spChg>
        <pc:spChg chg="del">
          <ac:chgData name="mohd fairus ahmad" userId="2b305acc-54a2-4491-8495-ddb579374f8d" providerId="ADAL" clId="{8405E8D3-4D28-4219-A0B9-636484234BB3}" dt="2026-06-29T14:29:35.088" v="772" actId="478"/>
          <ac:spMkLst>
            <pc:docMk/>
            <pc:sldMk cId="2791573573" sldId="258"/>
            <ac:spMk id="3" creationId="{1AF41D53-9813-A340-77C9-1F11B140CBE7}"/>
          </ac:spMkLst>
        </pc:spChg>
        <pc:spChg chg="add del mod">
          <ac:chgData name="mohd fairus ahmad" userId="2b305acc-54a2-4491-8495-ddb579374f8d" providerId="ADAL" clId="{8405E8D3-4D28-4219-A0B9-636484234BB3}" dt="2026-06-29T14:30:35.733" v="791" actId="478"/>
          <ac:spMkLst>
            <pc:docMk/>
            <pc:sldMk cId="2791573573" sldId="258"/>
            <ac:spMk id="6" creationId="{C80B2AFA-7F47-FD42-DF87-8335F336CF07}"/>
          </ac:spMkLst>
        </pc:spChg>
        <pc:spChg chg="add mod">
          <ac:chgData name="mohd fairus ahmad" userId="2b305acc-54a2-4491-8495-ddb579374f8d" providerId="ADAL" clId="{8405E8D3-4D28-4219-A0B9-636484234BB3}" dt="2026-06-29T14:34:43.853" v="1052" actId="20577"/>
          <ac:spMkLst>
            <pc:docMk/>
            <pc:sldMk cId="2791573573" sldId="258"/>
            <ac:spMk id="9" creationId="{258A582B-A7EF-DEA4-BFD7-8EF76F4867D3}"/>
          </ac:spMkLst>
        </pc:spChg>
        <pc:picChg chg="add mod">
          <ac:chgData name="mohd fairus ahmad" userId="2b305acc-54a2-4491-8495-ddb579374f8d" providerId="ADAL" clId="{8405E8D3-4D28-4219-A0B9-636484234BB3}" dt="2026-06-29T14:29:40.429" v="774" actId="1076"/>
          <ac:picMkLst>
            <pc:docMk/>
            <pc:sldMk cId="2791573573" sldId="258"/>
            <ac:picMk id="5" creationId="{13C29509-51C2-88CF-4A22-04DD8BE5E1C0}"/>
          </ac:picMkLst>
        </pc:picChg>
        <pc:picChg chg="add del">
          <ac:chgData name="mohd fairus ahmad" userId="2b305acc-54a2-4491-8495-ddb579374f8d" providerId="ADAL" clId="{8405E8D3-4D28-4219-A0B9-636484234BB3}" dt="2026-06-29T14:30:14.610" v="785" actId="22"/>
          <ac:picMkLst>
            <pc:docMk/>
            <pc:sldMk cId="2791573573" sldId="258"/>
            <ac:picMk id="8" creationId="{393465FB-6695-0FA0-2CC5-77AE23BE5EB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73934-05B3-7D52-3E43-E59E00D10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8DB73-1CE0-C9F5-ACCB-211373F7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66A4E-0B35-4935-924A-413A9C6F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7B086-BAB8-2F15-1205-A433245AD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AC6B6-5CCE-904F-1D40-5921A98BE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53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F174-F479-1FD4-A8D9-36187F5F2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C3E8D-3BB3-A3C0-9E6E-1CC16ED21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83E83-6E85-E3C3-44E6-3A84754C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8E92E-6920-8165-7174-02BA1F1C0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C1329-4DC7-3598-5D7E-15117C04F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44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E0A8-EC2C-B6E5-45AB-5A2DF6B7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CB1D8-CB8A-FCBF-03AA-C4CA970A8D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19AFF-008F-CF68-7942-BD313BBE9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4D8C7-5663-25B4-8C0D-A93A4A4D4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1D188-BF39-D731-54E7-D4131813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34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6B3F-0D95-5798-1171-A5D94E3D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AEA3D-643B-AF54-2868-2F608D72F2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2E1364-9D9D-9D41-39F1-8FCB797FF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95CDEF-16DF-0FDF-C0E1-8BFD5024F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145D24-71B1-295D-06BC-9BC8AB39D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DFDAF-FFBE-893F-9224-B34B88AE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86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E62D3-1035-4C71-05C8-EAC62527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9D736-ACC1-E18A-54EE-44C912E5BE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B4CF8-52B0-78B6-4EAF-EA7790098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3D6136-212B-36E4-7B6B-2D6125C70B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84FA40-B71F-3065-F643-76E523DFD3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D59B12-3B61-00D7-1172-41894BFE0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23D5F-E4F5-46DB-5DE4-597AE6EC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9A8D01-063B-7DC0-5F3B-B2C5AC2A7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E774C-56EF-A2CE-10E2-AC7DAA1E7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155E0-2D02-14FC-7224-D651BCA2A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64178C-93D9-9971-186C-44B7A7145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FBAAB-D484-00C7-5E03-9D6C17A2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99C44-D758-A40B-AB94-2D2E7731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D0A965-5B9C-09D6-188E-D0A576683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D29E1-D99F-6AD5-F198-24595230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25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0C356-7602-4236-8A93-448700C7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93EE8-66DC-D19E-2459-E14D7F968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4D4E3-3FEB-4F14-3FEF-59432BD10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E1C94-F7D6-8287-C88D-6451A9C09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8AA31-B080-B7D7-E146-1636DD43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FC819-892B-0A05-207D-C6BB7768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8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F18A2-1572-D7C7-4168-57864E565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4168D-AC58-3486-99A4-720FAB7DD8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1A1DF6-6AA0-9473-F13C-855A9EE5C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47E550-835E-EECA-7152-B6D4ECA8E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E9D2B-8FD2-0458-4A76-8B70FF92F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59462-5448-47EA-1FB7-1AFAB313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7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3D9D0-FE12-9923-1219-6B0AF843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B4544-C814-1204-2C2A-D8D723CD43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FB0F3-C8E2-2D4E-C675-1848C6B9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2AD11-31E7-9F75-6DCB-43C888E5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098C8-699E-FDAC-642B-769FBDD02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92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3BC82-1925-3F2A-07F9-B35EFB7CC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8B9CF3-46EF-EB53-92A7-A927CA22D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14558-3006-D550-1ACF-46E83A25E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70C26-22B2-8725-4A98-80B3CC64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A5787-A4CA-1D8F-1937-05E08DC7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37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6D4026-1EB6-D4D7-6F39-3E548B423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5C5135-90E9-1B30-78B8-C298D0571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EF41F-7419-532C-C1C8-13E739EFED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6D914-D225-434B-9E91-956439C1ABBC}" type="datetimeFigureOut">
              <a:rPr lang="en-US" smtClean="0"/>
              <a:t>6/29/2026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CC2772-8406-65CC-0C4E-B0FF444988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7681A-7E2D-EB72-4928-A4351436B0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901D1-713B-4684-BB12-6E82ED2C20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841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0D3F92-D1A5-7BFC-0330-511FD5E99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18" y="1412744"/>
            <a:ext cx="6950042" cy="5121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003F12-D348-F6FE-FEA4-A9C7624403D5}"/>
              </a:ext>
            </a:extLst>
          </p:cNvPr>
          <p:cNvSpPr txBox="1"/>
          <p:nvPr/>
        </p:nvSpPr>
        <p:spPr>
          <a:xfrm>
            <a:off x="347618" y="113380"/>
            <a:ext cx="11354526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AutoNum type="arabicPeriod"/>
              <a:defRPr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r>
              <a:rPr lang="en-US" dirty="0"/>
              <a:t>Features added</a:t>
            </a:r>
          </a:p>
          <a:p>
            <a:r>
              <a:rPr lang="en-US" dirty="0"/>
              <a:t>Cantilever center begins at random position (at center image)- because sample placement on sample stage is random</a:t>
            </a:r>
          </a:p>
          <a:p>
            <a:r>
              <a:rPr lang="en-US" dirty="0"/>
              <a:t>Surface image begin at random </a:t>
            </a:r>
            <a:r>
              <a:rPr lang="en-US" dirty="0" err="1"/>
              <a:t>tiltness</a:t>
            </a:r>
            <a:r>
              <a:rPr lang="en-US" dirty="0"/>
              <a:t> (-10 to 10 degree) – because sample placement may be rotated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A17301-36A0-7296-C4E3-DCDC513C6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0123" y="1412744"/>
            <a:ext cx="2438611" cy="227095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1E379A-1515-AE78-8ED9-E7136C7B4C9B}"/>
              </a:ext>
            </a:extLst>
          </p:cNvPr>
          <p:cNvSpPr txBox="1"/>
          <p:nvPr/>
        </p:nvSpPr>
        <p:spPr>
          <a:xfrm>
            <a:off x="7456714" y="3809118"/>
            <a:ext cx="2439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Stop moving cantilever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E6458-9627-A866-59C4-08183D20C104}"/>
              </a:ext>
            </a:extLst>
          </p:cNvPr>
          <p:cNvSpPr txBox="1"/>
          <p:nvPr/>
        </p:nvSpPr>
        <p:spPr>
          <a:xfrm>
            <a:off x="9165530" y="4178450"/>
            <a:ext cx="3026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Move cantilever immediately</a:t>
            </a:r>
            <a:endParaRPr lang="en-US" dirty="0"/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BEB0A372-335D-72D4-EADA-9492204823A6}"/>
              </a:ext>
            </a:extLst>
          </p:cNvPr>
          <p:cNvCxnSpPr/>
          <p:nvPr/>
        </p:nvCxnSpPr>
        <p:spPr>
          <a:xfrm rot="5400000" flipH="1" flipV="1">
            <a:off x="7536339" y="2914912"/>
            <a:ext cx="1419180" cy="685800"/>
          </a:xfrm>
          <a:prstGeom prst="bentConnector3">
            <a:avLst>
              <a:gd name="adj1" fmla="val 998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461028D-2B1A-2FF9-D7A5-9796306CA509}"/>
              </a:ext>
            </a:extLst>
          </p:cNvPr>
          <p:cNvCxnSpPr/>
          <p:nvPr/>
        </p:nvCxnSpPr>
        <p:spPr>
          <a:xfrm rot="16200000" flipV="1">
            <a:off x="9924797" y="2890960"/>
            <a:ext cx="1617037" cy="957943"/>
          </a:xfrm>
          <a:prstGeom prst="bentConnector3">
            <a:avLst>
              <a:gd name="adj1" fmla="val 1004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783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8871B-E84C-6565-0A40-DDE5F5C4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6BF3F7-9907-D8ED-89DF-BC0059E91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0979" y="868458"/>
            <a:ext cx="6950042" cy="51210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CAC2D1-9DE2-D367-8423-6BC8E2AF7B17}"/>
              </a:ext>
            </a:extLst>
          </p:cNvPr>
          <p:cNvSpPr txBox="1"/>
          <p:nvPr/>
        </p:nvSpPr>
        <p:spPr>
          <a:xfrm>
            <a:off x="251" y="0"/>
            <a:ext cx="12191749" cy="95410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Machine recall the last measurement region (shape of surrounding)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AI recognize the current surrounding pattern and rotation angle will be calculated from previous shape recognition and the distance from the origin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Cantilever moves to that new origin based on click to that position.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Verify the location of the cantilever tip based on the recognition (multiple distances)-if not correct, move based on click to that position </a:t>
            </a:r>
          </a:p>
        </p:txBody>
      </p:sp>
      <p:sp>
        <p:nvSpPr>
          <p:cNvPr id="2" name="Flowchart: Or 1">
            <a:extLst>
              <a:ext uri="{FF2B5EF4-FFF2-40B4-BE49-F238E27FC236}">
                <a16:creationId xmlns:a16="http://schemas.microsoft.com/office/drawing/2014/main" id="{B53C785A-826B-D0C1-BAA8-31E17A9659BB}"/>
              </a:ext>
            </a:extLst>
          </p:cNvPr>
          <p:cNvSpPr/>
          <p:nvPr/>
        </p:nvSpPr>
        <p:spPr>
          <a:xfrm rot="1764792">
            <a:off x="8056579" y="1732280"/>
            <a:ext cx="294640" cy="294640"/>
          </a:xfrm>
          <a:prstGeom prst="flowChartOr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B79AC7-6F82-3151-0065-F946D05570DF}"/>
              </a:ext>
            </a:extLst>
          </p:cNvPr>
          <p:cNvSpPr/>
          <p:nvPr/>
        </p:nvSpPr>
        <p:spPr>
          <a:xfrm>
            <a:off x="3545840" y="1463040"/>
            <a:ext cx="436880" cy="4165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A431117-8BB8-F60A-7929-6910BC324472}"/>
              </a:ext>
            </a:extLst>
          </p:cNvPr>
          <p:cNvSpPr/>
          <p:nvPr/>
        </p:nvSpPr>
        <p:spPr>
          <a:xfrm>
            <a:off x="3688080" y="2834053"/>
            <a:ext cx="436880" cy="4165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52503C-BB06-6911-3584-A37671A88192}"/>
              </a:ext>
            </a:extLst>
          </p:cNvPr>
          <p:cNvSpPr/>
          <p:nvPr/>
        </p:nvSpPr>
        <p:spPr>
          <a:xfrm>
            <a:off x="7020560" y="3429000"/>
            <a:ext cx="436880" cy="4165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BE11882-DA22-E071-4C55-D7CFF6D08ED7}"/>
              </a:ext>
            </a:extLst>
          </p:cNvPr>
          <p:cNvCxnSpPr/>
          <p:nvPr/>
        </p:nvCxnSpPr>
        <p:spPr>
          <a:xfrm>
            <a:off x="3982720" y="1671320"/>
            <a:ext cx="4145280" cy="208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B71C84-4C50-99F1-C94F-F69E729AAD7C}"/>
              </a:ext>
            </a:extLst>
          </p:cNvPr>
          <p:cNvCxnSpPr>
            <a:cxnSpLocks/>
            <a:stCxn id="8" idx="7"/>
          </p:cNvCxnSpPr>
          <p:nvPr/>
        </p:nvCxnSpPr>
        <p:spPr>
          <a:xfrm flipV="1">
            <a:off x="4060980" y="1879600"/>
            <a:ext cx="4142919" cy="10154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BB6A75-042D-4A32-3B9D-0CDCB8E7EEC5}"/>
              </a:ext>
            </a:extLst>
          </p:cNvPr>
          <p:cNvCxnSpPr>
            <a:cxnSpLocks/>
          </p:cNvCxnSpPr>
          <p:nvPr/>
        </p:nvCxnSpPr>
        <p:spPr>
          <a:xfrm flipV="1">
            <a:off x="7355840" y="1971040"/>
            <a:ext cx="772160" cy="14837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lowchart: Or 11">
            <a:extLst>
              <a:ext uri="{FF2B5EF4-FFF2-40B4-BE49-F238E27FC236}">
                <a16:creationId xmlns:a16="http://schemas.microsoft.com/office/drawing/2014/main" id="{4E04BB69-E575-FE5E-6567-4332852C7DEE}"/>
              </a:ext>
            </a:extLst>
          </p:cNvPr>
          <p:cNvSpPr/>
          <p:nvPr/>
        </p:nvSpPr>
        <p:spPr>
          <a:xfrm>
            <a:off x="10586870" y="2092688"/>
            <a:ext cx="294640" cy="294640"/>
          </a:xfrm>
          <a:prstGeom prst="flowChartOr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1540D8-99D8-483E-13F3-50B252E3A33D}"/>
              </a:ext>
            </a:extLst>
          </p:cNvPr>
          <p:cNvSpPr txBox="1"/>
          <p:nvPr/>
        </p:nvSpPr>
        <p:spPr>
          <a:xfrm>
            <a:off x="10215875" y="2343579"/>
            <a:ext cx="1036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Previous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C8D62C-D29F-9384-D2C5-B472849EC796}"/>
              </a:ext>
            </a:extLst>
          </p:cNvPr>
          <p:cNvSpPr txBox="1"/>
          <p:nvPr/>
        </p:nvSpPr>
        <p:spPr>
          <a:xfrm>
            <a:off x="8015328" y="1418952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677EB1-2748-4408-7863-49A139006BCD}"/>
              </a:ext>
            </a:extLst>
          </p:cNvPr>
          <p:cNvSpPr txBox="1"/>
          <p:nvPr/>
        </p:nvSpPr>
        <p:spPr>
          <a:xfrm>
            <a:off x="3308159" y="1802828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9069A-DFA1-2D74-5721-F890643CF8D7}"/>
              </a:ext>
            </a:extLst>
          </p:cNvPr>
          <p:cNvSpPr txBox="1"/>
          <p:nvPr/>
        </p:nvSpPr>
        <p:spPr>
          <a:xfrm>
            <a:off x="6765120" y="3845560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021653-32A3-AF4C-40BB-96DA5B2D2E24}"/>
              </a:ext>
            </a:extLst>
          </p:cNvPr>
          <p:cNvSpPr txBox="1"/>
          <p:nvPr/>
        </p:nvSpPr>
        <p:spPr>
          <a:xfrm>
            <a:off x="3460559" y="3208100"/>
            <a:ext cx="947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Current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F8B26-3C4A-D0DF-480A-68164EBECC4D}"/>
              </a:ext>
            </a:extLst>
          </p:cNvPr>
          <p:cNvSpPr txBox="1"/>
          <p:nvPr/>
        </p:nvSpPr>
        <p:spPr>
          <a:xfrm>
            <a:off x="6765120" y="1987494"/>
            <a:ext cx="2571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recognize some rotation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696CA0-21F0-EAD3-C580-2D64B5863BB5}"/>
              </a:ext>
            </a:extLst>
          </p:cNvPr>
          <p:cNvSpPr txBox="1"/>
          <p:nvPr/>
        </p:nvSpPr>
        <p:spPr>
          <a:xfrm>
            <a:off x="3196884" y="13554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7B8228-0226-61E1-0B2F-50806799E379}"/>
              </a:ext>
            </a:extLst>
          </p:cNvPr>
          <p:cNvSpPr txBox="1"/>
          <p:nvPr/>
        </p:nvSpPr>
        <p:spPr>
          <a:xfrm>
            <a:off x="3373381" y="28950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8F2B13-CB22-2260-DC5B-F2BEA46B5092}"/>
              </a:ext>
            </a:extLst>
          </p:cNvPr>
          <p:cNvSpPr txBox="1"/>
          <p:nvPr/>
        </p:nvSpPr>
        <p:spPr>
          <a:xfrm>
            <a:off x="6712462" y="355759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5E86D2-0D14-6643-1CED-B678A88647BF}"/>
              </a:ext>
            </a:extLst>
          </p:cNvPr>
          <p:cNvSpPr txBox="1"/>
          <p:nvPr/>
        </p:nvSpPr>
        <p:spPr>
          <a:xfrm>
            <a:off x="7765976" y="155137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2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A50F50-07E1-5C5E-CD5A-2D0C2063DB1C}"/>
              </a:ext>
            </a:extLst>
          </p:cNvPr>
          <p:cNvSpPr txBox="1"/>
          <p:nvPr/>
        </p:nvSpPr>
        <p:spPr>
          <a:xfrm>
            <a:off x="8192646" y="28198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3</a:t>
            </a:r>
            <a:endParaRPr lang="en-US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D4895929-3279-B5C4-C156-685FE78EE557}"/>
              </a:ext>
            </a:extLst>
          </p:cNvPr>
          <p:cNvCxnSpPr>
            <a:cxnSpLocks/>
          </p:cNvCxnSpPr>
          <p:nvPr/>
        </p:nvCxnSpPr>
        <p:spPr>
          <a:xfrm flipV="1">
            <a:off x="6055360" y="2087880"/>
            <a:ext cx="2123364" cy="1341120"/>
          </a:xfrm>
          <a:prstGeom prst="bentConnector3">
            <a:avLst>
              <a:gd name="adj1" fmla="val 100754"/>
            </a:avLst>
          </a:prstGeom>
          <a:ln w="38100">
            <a:solidFill>
              <a:schemeClr val="accent6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866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C29509-51C2-88CF-4A22-04DD8BE5E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381" y="681752"/>
            <a:ext cx="7285351" cy="54944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A582B-A7EF-DEA4-BFD7-8EF76F4867D3}"/>
              </a:ext>
            </a:extLst>
          </p:cNvPr>
          <p:cNvSpPr txBox="1"/>
          <p:nvPr/>
        </p:nvSpPr>
        <p:spPr>
          <a:xfrm>
            <a:off x="251" y="0"/>
            <a:ext cx="12191749" cy="11695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Machine recall the last zoom value, then AI zoom it.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AI recognize the current surrounding pattern  (in the image below, my recognition of shape is poor, please improvise)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If not recognize, then the search will begin and will involve zoom out and zoom in.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If recognize</a:t>
            </a:r>
            <a:r>
              <a:rPr lang="en-US" sz="1400">
                <a:solidFill>
                  <a:schemeClr val="bg1"/>
                </a:solidFill>
              </a:rPr>
              <a:t>, cantilever </a:t>
            </a:r>
            <a:r>
              <a:rPr lang="en-US" sz="1400" dirty="0">
                <a:solidFill>
                  <a:schemeClr val="bg1"/>
                </a:solidFill>
              </a:rPr>
              <a:t>moves to that new origin based on click to that position.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chemeClr val="bg1"/>
                </a:solidFill>
              </a:rPr>
              <a:t>Verify the location of the cantilever tip based on the recognition (multiple distances)-if not correct, move based on click to that position </a:t>
            </a:r>
          </a:p>
        </p:txBody>
      </p:sp>
    </p:spTree>
    <p:extLst>
      <p:ext uri="{BB962C8B-B14F-4D97-AF65-F5344CB8AC3E}">
        <p14:creationId xmlns:p14="http://schemas.microsoft.com/office/powerpoint/2010/main" val="2791573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225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mohd fairus ahmad</dc:creator>
  <cp:lastModifiedBy>mohd fairus ahmad</cp:lastModifiedBy>
  <cp:revision>1</cp:revision>
  <dcterms:created xsi:type="dcterms:W3CDTF">2026-06-28T15:35:33Z</dcterms:created>
  <dcterms:modified xsi:type="dcterms:W3CDTF">2026-06-29T14:34:44Z</dcterms:modified>
</cp:coreProperties>
</file>